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8"/>
  </p:notesMasterIdLst>
  <p:sldIdLst>
    <p:sldId id="256" r:id="rId3"/>
    <p:sldId id="259" r:id="rId4"/>
    <p:sldId id="258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234C"/>
    <a:srgbClr val="57257D"/>
    <a:srgbClr val="6C2D9B"/>
    <a:srgbClr val="8E41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1" d="100"/>
          <a:sy n="71" d="100"/>
        </p:scale>
        <p:origin x="1109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20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c860899a37_0_1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g3c860899a37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1219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Титульный слайд">
  <p:cSld name="2_Титульный слайд">
    <p:bg>
      <p:bgPr>
        <a:solidFill>
          <a:schemeClr val="lt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"/>
          <p:cNvSpPr txBox="1">
            <a:spLocks noGrp="1"/>
          </p:cNvSpPr>
          <p:nvPr>
            <p:ph type="body" idx="1"/>
          </p:nvPr>
        </p:nvSpPr>
        <p:spPr>
          <a:xfrm>
            <a:off x="658813" y="5113088"/>
            <a:ext cx="10224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609585" marR="0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2000"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1219170" lvl="1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2pPr>
            <a:lvl3pPr marL="1828754" lvl="2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−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title"/>
          </p:nvPr>
        </p:nvSpPr>
        <p:spPr>
          <a:xfrm>
            <a:off x="622261" y="3752915"/>
            <a:ext cx="102204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"/>
          <p:cNvSpPr txBox="1"/>
          <p:nvPr/>
        </p:nvSpPr>
        <p:spPr>
          <a:xfrm>
            <a:off x="3358343" y="482139"/>
            <a:ext cx="72800" cy="388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8813" y="692151"/>
            <a:ext cx="2772299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3157" y="699157"/>
            <a:ext cx="6166659" cy="61666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49021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о спикером">
  <p:cSld name="Слайд со спикером">
    <p:bg>
      <p:bgPr>
        <a:solidFill>
          <a:schemeClr val="dk2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 txBox="1">
            <a:spLocks noGrp="1"/>
          </p:cNvSpPr>
          <p:nvPr>
            <p:ph type="title"/>
          </p:nvPr>
        </p:nvSpPr>
        <p:spPr>
          <a:xfrm>
            <a:off x="658813" y="692151"/>
            <a:ext cx="6192800" cy="13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"/>
          <p:cNvSpPr txBox="1">
            <a:spLocks noGrp="1"/>
          </p:cNvSpPr>
          <p:nvPr>
            <p:ph type="body" idx="1"/>
          </p:nvPr>
        </p:nvSpPr>
        <p:spPr>
          <a:xfrm>
            <a:off x="658813" y="2357767"/>
            <a:ext cx="5142800" cy="21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2000"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marL="1219170" lvl="1" indent="-304792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SzPts val="11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828754" lvl="2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−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57" name="Google Shape;57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8814" y="5711140"/>
            <a:ext cx="2772295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3"/>
          <p:cNvSpPr>
            <a:spLocks noGrp="1"/>
          </p:cNvSpPr>
          <p:nvPr>
            <p:ph type="pic" idx="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686275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bg>
      <p:bgPr>
        <a:solidFill>
          <a:schemeClr val="lt2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"/>
          <p:cNvSpPr txBox="1">
            <a:spLocks noGrp="1"/>
          </p:cNvSpPr>
          <p:nvPr>
            <p:ph type="title"/>
          </p:nvPr>
        </p:nvSpPr>
        <p:spPr>
          <a:xfrm>
            <a:off x="677333" y="692151"/>
            <a:ext cx="10856000" cy="6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78656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 раздела">
  <p:cSld name="Титульный слайд раздела"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 txBox="1">
            <a:spLocks noGrp="1"/>
          </p:cNvSpPr>
          <p:nvPr>
            <p:ph type="title"/>
          </p:nvPr>
        </p:nvSpPr>
        <p:spPr>
          <a:xfrm>
            <a:off x="603172" y="692151"/>
            <a:ext cx="46212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63" name="Google Shape;63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33225" y="691341"/>
            <a:ext cx="6166659" cy="61666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2493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в 2 строки + объект">
  <p:cSld name="Заголовок в 2 строки + объект">
    <p:bg>
      <p:bgPr>
        <a:solidFill>
          <a:schemeClr val="lt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 txBox="1">
            <a:spLocks noGrp="1"/>
          </p:cNvSpPr>
          <p:nvPr>
            <p:ph type="body" idx="1"/>
          </p:nvPr>
        </p:nvSpPr>
        <p:spPr>
          <a:xfrm>
            <a:off x="671513" y="2040889"/>
            <a:ext cx="5424400" cy="4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l">
              <a:lnSpc>
                <a:spcPct val="11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marL="1219170" lvl="1" indent="-3979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SzPts val="11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marL="1828754" lvl="2" indent="-380990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6"/>
          <p:cNvSpPr txBox="1">
            <a:spLocks noGrp="1"/>
          </p:cNvSpPr>
          <p:nvPr>
            <p:ph type="title"/>
          </p:nvPr>
        </p:nvSpPr>
        <p:spPr>
          <a:xfrm>
            <a:off x="677335" y="692151"/>
            <a:ext cx="5418800" cy="10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EBF3F9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36678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Заголовок + текст в две колонки">
  <p:cSld name="2_Заголовок + текст в две колонки">
    <p:bg>
      <p:bgPr>
        <a:solidFill>
          <a:schemeClr val="lt2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 txBox="1">
            <a:spLocks noGrp="1"/>
          </p:cNvSpPr>
          <p:nvPr>
            <p:ph type="body" idx="1"/>
          </p:nvPr>
        </p:nvSpPr>
        <p:spPr>
          <a:xfrm>
            <a:off x="677335" y="1773239"/>
            <a:ext cx="5304400" cy="44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l">
              <a:lnSpc>
                <a:spcPct val="11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marL="1219170" lvl="1" indent="-3979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SzPts val="11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marL="1828754" lvl="2" indent="-380990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7"/>
          <p:cNvSpPr txBox="1">
            <a:spLocks noGrp="1"/>
          </p:cNvSpPr>
          <p:nvPr>
            <p:ph type="body" idx="2"/>
          </p:nvPr>
        </p:nvSpPr>
        <p:spPr>
          <a:xfrm>
            <a:off x="6228824" y="1773239"/>
            <a:ext cx="5304400" cy="44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l">
              <a:lnSpc>
                <a:spcPct val="11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marL="1219170" lvl="1" indent="-3979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SzPts val="11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marL="1828754" lvl="2" indent="-380990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title"/>
          </p:nvPr>
        </p:nvSpPr>
        <p:spPr>
          <a:xfrm>
            <a:off x="677333" y="692151"/>
            <a:ext cx="10856000" cy="6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623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+ скриншот (1)">
  <p:cSld name="Заголовок + скриншот (1)">
    <p:bg>
      <p:bgPr>
        <a:solidFill>
          <a:schemeClr val="lt2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 txBox="1">
            <a:spLocks noGrp="1"/>
          </p:cNvSpPr>
          <p:nvPr>
            <p:ph type="body" idx="1"/>
          </p:nvPr>
        </p:nvSpPr>
        <p:spPr>
          <a:xfrm>
            <a:off x="6096000" y="692151"/>
            <a:ext cx="5437200" cy="55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l">
              <a:lnSpc>
                <a:spcPct val="11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marL="1219170" lvl="1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2pPr>
            <a:lvl3pPr marL="1828754" lvl="2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−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8"/>
          <p:cNvSpPr txBox="1">
            <a:spLocks noGrp="1"/>
          </p:cNvSpPr>
          <p:nvPr>
            <p:ph type="title"/>
          </p:nvPr>
        </p:nvSpPr>
        <p:spPr>
          <a:xfrm>
            <a:off x="677335" y="692151"/>
            <a:ext cx="4663200" cy="10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8"/>
          <p:cNvSpPr txBox="1">
            <a:spLocks noGrp="1"/>
          </p:cNvSpPr>
          <p:nvPr>
            <p:ph type="body" idx="2"/>
          </p:nvPr>
        </p:nvSpPr>
        <p:spPr>
          <a:xfrm>
            <a:off x="671515" y="2018599"/>
            <a:ext cx="4649600" cy="41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l">
              <a:lnSpc>
                <a:spcPct val="11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marL="1219170" lvl="1" indent="-3979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SzPts val="11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marL="1828754" lvl="2" indent="-380990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06099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+ текст">
  <p:cSld name="Заголовок + текст">
    <p:bg>
      <p:bgPr>
        <a:solidFill>
          <a:schemeClr val="lt2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>
            <a:spLocks noGrp="1"/>
          </p:cNvSpPr>
          <p:nvPr>
            <p:ph type="body" idx="1"/>
          </p:nvPr>
        </p:nvSpPr>
        <p:spPr>
          <a:xfrm>
            <a:off x="671513" y="1773239"/>
            <a:ext cx="10861600" cy="44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l">
              <a:lnSpc>
                <a:spcPct val="11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marL="1219170" lvl="1" indent="-3979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SzPts val="11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marL="1828754" lvl="2" indent="-380990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title"/>
          </p:nvPr>
        </p:nvSpPr>
        <p:spPr>
          <a:xfrm>
            <a:off x="677333" y="692151"/>
            <a:ext cx="10856000" cy="6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22932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инальный с QR + подпись">
  <p:cSld name="Финальный с QR + подпись">
    <p:bg>
      <p:bgPr>
        <a:solidFill>
          <a:schemeClr val="accent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23251" y="692150"/>
            <a:ext cx="6168751" cy="616875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0"/>
          <p:cNvSpPr txBox="1">
            <a:spLocks noGrp="1"/>
          </p:cNvSpPr>
          <p:nvPr>
            <p:ph type="title"/>
          </p:nvPr>
        </p:nvSpPr>
        <p:spPr>
          <a:xfrm>
            <a:off x="620713" y="3222248"/>
            <a:ext cx="54752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5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0"/>
          <p:cNvSpPr>
            <a:spLocks noGrp="1"/>
          </p:cNvSpPr>
          <p:nvPr>
            <p:ph type="pic" idx="2"/>
          </p:nvPr>
        </p:nvSpPr>
        <p:spPr>
          <a:xfrm>
            <a:off x="658813" y="692151"/>
            <a:ext cx="1081200" cy="10812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0"/>
          <p:cNvSpPr txBox="1">
            <a:spLocks noGrp="1"/>
          </p:cNvSpPr>
          <p:nvPr>
            <p:ph type="body" idx="1"/>
          </p:nvPr>
        </p:nvSpPr>
        <p:spPr>
          <a:xfrm>
            <a:off x="658813" y="4161565"/>
            <a:ext cx="54372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l">
              <a:lnSpc>
                <a:spcPct val="110000"/>
              </a:lnSpc>
              <a:spcBef>
                <a:spcPts val="1067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marL="1219170" lvl="1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2pPr>
            <a:lvl3pPr marL="1828754" lvl="2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−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814" y="5711140"/>
            <a:ext cx="2772295" cy="4896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2483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Финальный с QR + подпись">
  <p:cSld name="1_Финальный с QR + подпись">
    <p:bg>
      <p:bgPr>
        <a:solidFill>
          <a:schemeClr val="accent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>
            <a:spLocks noGrp="1"/>
          </p:cNvSpPr>
          <p:nvPr>
            <p:ph type="title"/>
          </p:nvPr>
        </p:nvSpPr>
        <p:spPr>
          <a:xfrm>
            <a:off x="620713" y="3222248"/>
            <a:ext cx="54752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5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1"/>
          <p:cNvSpPr>
            <a:spLocks noGrp="1"/>
          </p:cNvSpPr>
          <p:nvPr>
            <p:ph type="pic" idx="2"/>
          </p:nvPr>
        </p:nvSpPr>
        <p:spPr>
          <a:xfrm>
            <a:off x="658813" y="692151"/>
            <a:ext cx="1081200" cy="10812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1"/>
          <p:cNvSpPr txBox="1">
            <a:spLocks noGrp="1"/>
          </p:cNvSpPr>
          <p:nvPr>
            <p:ph type="body" idx="1"/>
          </p:nvPr>
        </p:nvSpPr>
        <p:spPr>
          <a:xfrm>
            <a:off x="658813" y="4161565"/>
            <a:ext cx="54372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l">
              <a:lnSpc>
                <a:spcPct val="110000"/>
              </a:lnSpc>
              <a:spcBef>
                <a:spcPts val="1067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marL="1219170" lvl="1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2pPr>
            <a:lvl3pPr marL="1828754" lvl="2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−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89" name="Google Shape;89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8814" y="5711140"/>
            <a:ext cx="2772295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3157" y="699157"/>
            <a:ext cx="6166659" cy="61666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40454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 раздела">
  <p:cSld name="1_Титульный слайд раздела">
    <p:bg>
      <p:bgPr>
        <a:solidFill>
          <a:schemeClr val="dk2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 txBox="1">
            <a:spLocks noGrp="1"/>
          </p:cNvSpPr>
          <p:nvPr>
            <p:ph type="title"/>
          </p:nvPr>
        </p:nvSpPr>
        <p:spPr>
          <a:xfrm>
            <a:off x="603172" y="692151"/>
            <a:ext cx="46212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93" name="Google Shape;93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33225" y="699157"/>
            <a:ext cx="6166659" cy="61666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39983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+ объект">
  <p:cSld name="Заголовок + объект">
    <p:bg>
      <p:bgPr>
        <a:solidFill>
          <a:schemeClr val="lt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>
            <a:spLocks noGrp="1"/>
          </p:cNvSpPr>
          <p:nvPr>
            <p:ph type="body" idx="1"/>
          </p:nvPr>
        </p:nvSpPr>
        <p:spPr>
          <a:xfrm>
            <a:off x="658813" y="1773239"/>
            <a:ext cx="10874400" cy="44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l">
              <a:lnSpc>
                <a:spcPct val="11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0" i="0">
                <a:latin typeface="Play"/>
                <a:ea typeface="Play"/>
                <a:cs typeface="Play"/>
                <a:sym typeface="Play"/>
              </a:defRPr>
            </a:lvl1pPr>
            <a:lvl2pPr marL="1219170" lvl="1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2pPr>
            <a:lvl3pPr marL="1828754" lvl="2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−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677333" y="692151"/>
            <a:ext cx="10856000" cy="6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90395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+ 2 объекта">
  <p:cSld name="Заголовок + 2 объекта">
    <p:bg>
      <p:bgPr>
        <a:solidFill>
          <a:schemeClr val="lt2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body" idx="1"/>
          </p:nvPr>
        </p:nvSpPr>
        <p:spPr>
          <a:xfrm>
            <a:off x="677335" y="1773239"/>
            <a:ext cx="5317200" cy="44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l">
              <a:lnSpc>
                <a:spcPct val="11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marL="1219170" lvl="1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2pPr>
            <a:lvl3pPr marL="1828754" lvl="2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−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body" idx="2"/>
          </p:nvPr>
        </p:nvSpPr>
        <p:spPr>
          <a:xfrm>
            <a:off x="6197604" y="1773239"/>
            <a:ext cx="5317200" cy="44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l">
              <a:lnSpc>
                <a:spcPct val="11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marL="1219170" lvl="1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2pPr>
            <a:lvl3pPr marL="1828754" lvl="2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−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/>
          </p:nvPr>
        </p:nvSpPr>
        <p:spPr>
          <a:xfrm>
            <a:off x="677333" y="692151"/>
            <a:ext cx="10856000" cy="6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04073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фото">
  <p:cSld name="1 фото">
    <p:bg>
      <p:bgPr>
        <a:solidFill>
          <a:schemeClr val="lt2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>
            <a:spLocks noGrp="1"/>
          </p:cNvSpPr>
          <p:nvPr>
            <p:ph type="pic" idx="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03" name="Google Shape;103;p15"/>
          <p:cNvSpPr txBox="1">
            <a:spLocks noGrp="1"/>
          </p:cNvSpPr>
          <p:nvPr>
            <p:ph type="title"/>
          </p:nvPr>
        </p:nvSpPr>
        <p:spPr>
          <a:xfrm>
            <a:off x="677335" y="692151"/>
            <a:ext cx="4663200" cy="10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5"/>
          <p:cNvSpPr txBox="1">
            <a:spLocks noGrp="1"/>
          </p:cNvSpPr>
          <p:nvPr>
            <p:ph type="body" idx="1"/>
          </p:nvPr>
        </p:nvSpPr>
        <p:spPr>
          <a:xfrm>
            <a:off x="671515" y="2018599"/>
            <a:ext cx="4649600" cy="41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l">
              <a:lnSpc>
                <a:spcPct val="11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marL="1219170" lvl="1" indent="-3979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SzPts val="11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marL="1828754" lvl="2" indent="-380990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031526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 фото">
  <p:cSld name="1_1 фото">
    <p:bg>
      <p:bgPr>
        <a:solidFill>
          <a:schemeClr val="lt2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>
            <a:spLocks noGrp="1"/>
          </p:cNvSpPr>
          <p:nvPr>
            <p:ph type="pic" idx="2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07" name="Google Shape;107;p16"/>
          <p:cNvSpPr txBox="1">
            <a:spLocks noGrp="1"/>
          </p:cNvSpPr>
          <p:nvPr>
            <p:ph type="title"/>
          </p:nvPr>
        </p:nvSpPr>
        <p:spPr>
          <a:xfrm>
            <a:off x="6870171" y="692151"/>
            <a:ext cx="4663200" cy="10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6"/>
          <p:cNvSpPr txBox="1">
            <a:spLocks noGrp="1"/>
          </p:cNvSpPr>
          <p:nvPr>
            <p:ph type="body" idx="1"/>
          </p:nvPr>
        </p:nvSpPr>
        <p:spPr>
          <a:xfrm>
            <a:off x="6864351" y="2018599"/>
            <a:ext cx="4649600" cy="41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l">
              <a:lnSpc>
                <a:spcPct val="11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marL="1219170" lvl="1" indent="-3979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SzPts val="11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marL="1828754" lvl="2" indent="-380990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752063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фото + подпись">
  <p:cSld name="1 фото + подпись">
    <p:bg>
      <p:bgPr>
        <a:solidFill>
          <a:schemeClr val="lt2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>
            <a:spLocks noGrp="1"/>
          </p:cNvSpPr>
          <p:nvPr>
            <p:ph type="pic" idx="2"/>
          </p:nvPr>
        </p:nvSpPr>
        <p:spPr>
          <a:xfrm>
            <a:off x="6096000" y="692151"/>
            <a:ext cx="5437200" cy="418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11" name="Google Shape;111;p17"/>
          <p:cNvSpPr txBox="1">
            <a:spLocks noGrp="1"/>
          </p:cNvSpPr>
          <p:nvPr>
            <p:ph type="body" idx="1"/>
          </p:nvPr>
        </p:nvSpPr>
        <p:spPr>
          <a:xfrm>
            <a:off x="6096000" y="5147215"/>
            <a:ext cx="5450000" cy="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latin typeface="Play"/>
                <a:ea typeface="Play"/>
                <a:cs typeface="Play"/>
                <a:sym typeface="Play"/>
              </a:defRPr>
            </a:lvl1pPr>
            <a:lvl2pPr marL="1219170" lvl="1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2pPr>
            <a:lvl3pPr marL="1828754" lvl="2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−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body" idx="3"/>
          </p:nvPr>
        </p:nvSpPr>
        <p:spPr>
          <a:xfrm>
            <a:off x="6096000" y="5553075"/>
            <a:ext cx="5450000" cy="6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marL="1219170" lvl="1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2pPr>
            <a:lvl3pPr marL="1828754" lvl="2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−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title"/>
          </p:nvPr>
        </p:nvSpPr>
        <p:spPr>
          <a:xfrm>
            <a:off x="677335" y="692151"/>
            <a:ext cx="4663200" cy="10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7"/>
          <p:cNvSpPr txBox="1">
            <a:spLocks noGrp="1"/>
          </p:cNvSpPr>
          <p:nvPr>
            <p:ph type="body" idx="4"/>
          </p:nvPr>
        </p:nvSpPr>
        <p:spPr>
          <a:xfrm>
            <a:off x="671515" y="2018599"/>
            <a:ext cx="4649600" cy="41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l">
              <a:lnSpc>
                <a:spcPct val="11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marL="1219170" lvl="1" indent="-3979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SzPts val="11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marL="1828754" lvl="2" indent="-380990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17135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Финальный с QR + подпись">
  <p:cSld name="2_Финальный с QR + подпись">
    <p:bg>
      <p:bgPr>
        <a:solidFill>
          <a:schemeClr val="lt1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620713" y="3222248"/>
            <a:ext cx="54752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8"/>
          <p:cNvSpPr>
            <a:spLocks noGrp="1"/>
          </p:cNvSpPr>
          <p:nvPr>
            <p:ph type="pic" idx="2"/>
          </p:nvPr>
        </p:nvSpPr>
        <p:spPr>
          <a:xfrm>
            <a:off x="658813" y="692151"/>
            <a:ext cx="1081200" cy="10812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18"/>
          <p:cNvSpPr txBox="1">
            <a:spLocks noGrp="1"/>
          </p:cNvSpPr>
          <p:nvPr>
            <p:ph type="body" idx="1"/>
          </p:nvPr>
        </p:nvSpPr>
        <p:spPr>
          <a:xfrm>
            <a:off x="658813" y="4161565"/>
            <a:ext cx="54372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l">
              <a:lnSpc>
                <a:spcPct val="11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1219170" lvl="1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2pPr>
            <a:lvl3pPr marL="1828754" lvl="2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−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119" name="Google Shape;119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8813" y="5711140"/>
            <a:ext cx="2772299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3157" y="699157"/>
            <a:ext cx="6166659" cy="61666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7771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ru" sz="1867" kern="0" smtClean="0">
                <a:solidFill>
                  <a:srgbClr val="000000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‹#›</a:t>
            </a:fld>
            <a:endParaRPr lang="ru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01328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Слайд со спикером 1" type="tx">
  <p:cSld name="Слайд со спикером 1">
    <p:bg>
      <p:bgPr>
        <a:solidFill>
          <a:schemeClr val="accent1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20"/>
          <p:cNvGrpSpPr/>
          <p:nvPr/>
        </p:nvGrpSpPr>
        <p:grpSpPr>
          <a:xfrm>
            <a:off x="1" y="-114753"/>
            <a:ext cx="12188147" cy="64201"/>
            <a:chOff x="1" y="-1"/>
            <a:chExt cx="12188146" cy="64201"/>
          </a:xfrm>
        </p:grpSpPr>
        <p:cxnSp>
          <p:nvCxnSpPr>
            <p:cNvPr id="127" name="Google Shape;127;p20"/>
            <p:cNvCxnSpPr/>
            <p:nvPr/>
          </p:nvCxnSpPr>
          <p:spPr>
            <a:xfrm>
              <a:off x="1" y="0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8" name="Google Shape;128;p20"/>
            <p:cNvCxnSpPr/>
            <p:nvPr/>
          </p:nvCxnSpPr>
          <p:spPr>
            <a:xfrm>
              <a:off x="677119" y="0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9" name="Google Shape;129;p20"/>
            <p:cNvCxnSpPr/>
            <p:nvPr/>
          </p:nvCxnSpPr>
          <p:spPr>
            <a:xfrm>
              <a:off x="1354238" y="0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0" name="Google Shape;130;p20"/>
            <p:cNvCxnSpPr/>
            <p:nvPr/>
          </p:nvCxnSpPr>
          <p:spPr>
            <a:xfrm>
              <a:off x="2031357" y="0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1" name="Google Shape;131;p20"/>
            <p:cNvCxnSpPr/>
            <p:nvPr/>
          </p:nvCxnSpPr>
          <p:spPr>
            <a:xfrm>
              <a:off x="2708476" y="0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2" name="Google Shape;132;p20"/>
            <p:cNvCxnSpPr/>
            <p:nvPr/>
          </p:nvCxnSpPr>
          <p:spPr>
            <a:xfrm>
              <a:off x="3385595" y="0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3" name="Google Shape;133;p20"/>
            <p:cNvCxnSpPr/>
            <p:nvPr/>
          </p:nvCxnSpPr>
          <p:spPr>
            <a:xfrm>
              <a:off x="4062714" y="0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4" name="Google Shape;134;p20"/>
            <p:cNvCxnSpPr/>
            <p:nvPr/>
          </p:nvCxnSpPr>
          <p:spPr>
            <a:xfrm>
              <a:off x="4739833" y="0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5" name="Google Shape;135;p20"/>
            <p:cNvCxnSpPr/>
            <p:nvPr/>
          </p:nvCxnSpPr>
          <p:spPr>
            <a:xfrm>
              <a:off x="5416952" y="0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6" name="Google Shape;136;p20"/>
            <p:cNvCxnSpPr/>
            <p:nvPr/>
          </p:nvCxnSpPr>
          <p:spPr>
            <a:xfrm>
              <a:off x="6094071" y="0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7" name="Google Shape;137;p20"/>
            <p:cNvCxnSpPr/>
            <p:nvPr/>
          </p:nvCxnSpPr>
          <p:spPr>
            <a:xfrm>
              <a:off x="6771190" y="-1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8" name="Google Shape;138;p20"/>
            <p:cNvCxnSpPr/>
            <p:nvPr/>
          </p:nvCxnSpPr>
          <p:spPr>
            <a:xfrm>
              <a:off x="7448309" y="-1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9" name="Google Shape;139;p20"/>
            <p:cNvCxnSpPr/>
            <p:nvPr/>
          </p:nvCxnSpPr>
          <p:spPr>
            <a:xfrm>
              <a:off x="8125428" y="-1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0" name="Google Shape;140;p20"/>
            <p:cNvCxnSpPr/>
            <p:nvPr/>
          </p:nvCxnSpPr>
          <p:spPr>
            <a:xfrm>
              <a:off x="8802546" y="-1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1" name="Google Shape;141;p20"/>
            <p:cNvCxnSpPr/>
            <p:nvPr/>
          </p:nvCxnSpPr>
          <p:spPr>
            <a:xfrm>
              <a:off x="9479666" y="-1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2" name="Google Shape;142;p20"/>
            <p:cNvCxnSpPr/>
            <p:nvPr/>
          </p:nvCxnSpPr>
          <p:spPr>
            <a:xfrm>
              <a:off x="10156785" y="-1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3" name="Google Shape;143;p20"/>
            <p:cNvCxnSpPr/>
            <p:nvPr/>
          </p:nvCxnSpPr>
          <p:spPr>
            <a:xfrm>
              <a:off x="10833903" y="-1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4" name="Google Shape;144;p20"/>
            <p:cNvCxnSpPr/>
            <p:nvPr/>
          </p:nvCxnSpPr>
          <p:spPr>
            <a:xfrm>
              <a:off x="11511023" y="-1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5" name="Google Shape;145;p20"/>
            <p:cNvCxnSpPr/>
            <p:nvPr/>
          </p:nvCxnSpPr>
          <p:spPr>
            <a:xfrm>
              <a:off x="12188147" y="-1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46" name="Google Shape;146;p20"/>
          <p:cNvGrpSpPr/>
          <p:nvPr/>
        </p:nvGrpSpPr>
        <p:grpSpPr>
          <a:xfrm>
            <a:off x="-2" y="6987088"/>
            <a:ext cx="12188147" cy="64201"/>
            <a:chOff x="1" y="-1"/>
            <a:chExt cx="12188146" cy="64201"/>
          </a:xfrm>
        </p:grpSpPr>
        <p:cxnSp>
          <p:nvCxnSpPr>
            <p:cNvPr id="147" name="Google Shape;147;p20"/>
            <p:cNvCxnSpPr/>
            <p:nvPr/>
          </p:nvCxnSpPr>
          <p:spPr>
            <a:xfrm>
              <a:off x="1" y="0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8" name="Google Shape;148;p20"/>
            <p:cNvCxnSpPr/>
            <p:nvPr/>
          </p:nvCxnSpPr>
          <p:spPr>
            <a:xfrm>
              <a:off x="677119" y="0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9" name="Google Shape;149;p20"/>
            <p:cNvCxnSpPr/>
            <p:nvPr/>
          </p:nvCxnSpPr>
          <p:spPr>
            <a:xfrm>
              <a:off x="1354238" y="0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0" name="Google Shape;150;p20"/>
            <p:cNvCxnSpPr/>
            <p:nvPr/>
          </p:nvCxnSpPr>
          <p:spPr>
            <a:xfrm>
              <a:off x="2031357" y="0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1" name="Google Shape;151;p20"/>
            <p:cNvCxnSpPr/>
            <p:nvPr/>
          </p:nvCxnSpPr>
          <p:spPr>
            <a:xfrm>
              <a:off x="2708476" y="0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2" name="Google Shape;152;p20"/>
            <p:cNvCxnSpPr/>
            <p:nvPr/>
          </p:nvCxnSpPr>
          <p:spPr>
            <a:xfrm>
              <a:off x="3385595" y="0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3" name="Google Shape;153;p20"/>
            <p:cNvCxnSpPr/>
            <p:nvPr/>
          </p:nvCxnSpPr>
          <p:spPr>
            <a:xfrm>
              <a:off x="4062714" y="0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4" name="Google Shape;154;p20"/>
            <p:cNvCxnSpPr/>
            <p:nvPr/>
          </p:nvCxnSpPr>
          <p:spPr>
            <a:xfrm>
              <a:off x="4739833" y="0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5" name="Google Shape;155;p20"/>
            <p:cNvCxnSpPr/>
            <p:nvPr/>
          </p:nvCxnSpPr>
          <p:spPr>
            <a:xfrm>
              <a:off x="5416952" y="0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6" name="Google Shape;156;p20"/>
            <p:cNvCxnSpPr/>
            <p:nvPr/>
          </p:nvCxnSpPr>
          <p:spPr>
            <a:xfrm>
              <a:off x="6094071" y="0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7" name="Google Shape;157;p20"/>
            <p:cNvCxnSpPr/>
            <p:nvPr/>
          </p:nvCxnSpPr>
          <p:spPr>
            <a:xfrm>
              <a:off x="6771190" y="-1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8" name="Google Shape;158;p20"/>
            <p:cNvCxnSpPr/>
            <p:nvPr/>
          </p:nvCxnSpPr>
          <p:spPr>
            <a:xfrm>
              <a:off x="7448309" y="-1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9" name="Google Shape;159;p20"/>
            <p:cNvCxnSpPr/>
            <p:nvPr/>
          </p:nvCxnSpPr>
          <p:spPr>
            <a:xfrm>
              <a:off x="8125428" y="-1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0" name="Google Shape;160;p20"/>
            <p:cNvCxnSpPr/>
            <p:nvPr/>
          </p:nvCxnSpPr>
          <p:spPr>
            <a:xfrm>
              <a:off x="8802546" y="-1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1" name="Google Shape;161;p20"/>
            <p:cNvCxnSpPr/>
            <p:nvPr/>
          </p:nvCxnSpPr>
          <p:spPr>
            <a:xfrm>
              <a:off x="9479666" y="-1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2" name="Google Shape;162;p20"/>
            <p:cNvCxnSpPr/>
            <p:nvPr/>
          </p:nvCxnSpPr>
          <p:spPr>
            <a:xfrm>
              <a:off x="10156785" y="-1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3" name="Google Shape;163;p20"/>
            <p:cNvCxnSpPr/>
            <p:nvPr/>
          </p:nvCxnSpPr>
          <p:spPr>
            <a:xfrm>
              <a:off x="10833903" y="-1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4" name="Google Shape;164;p20"/>
            <p:cNvCxnSpPr/>
            <p:nvPr/>
          </p:nvCxnSpPr>
          <p:spPr>
            <a:xfrm>
              <a:off x="11511023" y="-1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5" name="Google Shape;165;p20"/>
            <p:cNvCxnSpPr/>
            <p:nvPr/>
          </p:nvCxnSpPr>
          <p:spPr>
            <a:xfrm>
              <a:off x="12188147" y="-1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66" name="Google Shape;166;p20"/>
          <p:cNvSpPr txBox="1">
            <a:spLocks noGrp="1"/>
          </p:cNvSpPr>
          <p:nvPr>
            <p:ph type="title"/>
          </p:nvPr>
        </p:nvSpPr>
        <p:spPr>
          <a:xfrm>
            <a:off x="658813" y="692151"/>
            <a:ext cx="6192800" cy="13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4800">
                <a:solidFill>
                  <a:srgbClr val="FEFEFE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0"/>
          <p:cNvSpPr txBox="1">
            <a:spLocks noGrp="1"/>
          </p:cNvSpPr>
          <p:nvPr>
            <p:ph type="body" idx="1"/>
          </p:nvPr>
        </p:nvSpPr>
        <p:spPr>
          <a:xfrm>
            <a:off x="658813" y="2357767"/>
            <a:ext cx="5142800" cy="21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FEFEFE"/>
                </a:solidFill>
                <a:latin typeface="Play"/>
                <a:ea typeface="Play"/>
                <a:cs typeface="Play"/>
                <a:sym typeface="Play"/>
              </a:defRPr>
            </a:lvl1pPr>
            <a:lvl2pPr marL="1219170" lvl="1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>
                <a:solidFill>
                  <a:srgbClr val="FEFEFE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828754" lvl="2" indent="-43178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−"/>
              <a:defRPr sz="2000">
                <a:solidFill>
                  <a:srgbClr val="FEFEFE"/>
                </a:solidFill>
                <a:latin typeface="Play"/>
                <a:ea typeface="Play"/>
                <a:cs typeface="Play"/>
                <a:sym typeface="Play"/>
              </a:defRPr>
            </a:lvl3pPr>
            <a:lvl4pPr marL="2438339" lvl="3" indent="-43178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 sz="2000">
                <a:solidFill>
                  <a:srgbClr val="FEFEFE"/>
                </a:solidFill>
                <a:latin typeface="Play"/>
                <a:ea typeface="Play"/>
                <a:cs typeface="Play"/>
                <a:sym typeface="Play"/>
              </a:defRPr>
            </a:lvl4pPr>
            <a:lvl5pPr marL="3047924" lvl="4" indent="-43178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 sz="2000">
                <a:solidFill>
                  <a:srgbClr val="FEFEFE"/>
                </a:solidFill>
                <a:latin typeface="Play"/>
                <a:ea typeface="Play"/>
                <a:cs typeface="Play"/>
                <a:sym typeface="Play"/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8" name="Google Shape;168;p20"/>
          <p:cNvSpPr>
            <a:spLocks noGrp="1"/>
          </p:cNvSpPr>
          <p:nvPr>
            <p:ph type="pic" idx="2"/>
          </p:nvPr>
        </p:nvSpPr>
        <p:spPr>
          <a:xfrm>
            <a:off x="6096000" y="-1"/>
            <a:ext cx="60960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169" name="Google Shape;169;p20" descr="Google Shape;115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74394" y="5848270"/>
            <a:ext cx="1990065" cy="35146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>
            <a:spLocks noGrp="1"/>
          </p:cNvSpPr>
          <p:nvPr>
            <p:ph type="sldNum" idx="12"/>
          </p:nvPr>
        </p:nvSpPr>
        <p:spPr>
          <a:xfrm>
            <a:off x="5892799" y="6172200"/>
            <a:ext cx="2844800" cy="3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ru" kern="0" smtClean="0"/>
              <a:pPr defTabSz="1219170">
                <a:buClr>
                  <a:srgbClr val="000000"/>
                </a:buClr>
              </a:pPr>
              <a:t>‹#›</a:t>
            </a:fld>
            <a:endParaRPr lang="ru" kern="0"/>
          </a:p>
        </p:txBody>
      </p:sp>
    </p:spTree>
    <p:extLst>
      <p:ext uri="{BB962C8B-B14F-4D97-AF65-F5344CB8AC3E}">
        <p14:creationId xmlns:p14="http://schemas.microsoft.com/office/powerpoint/2010/main" val="2614809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0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77333" y="692151"/>
            <a:ext cx="10856000" cy="6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Play"/>
              <a:buNone/>
              <a:defRPr sz="2700" b="0" i="0" u="none" strike="noStrike" cap="non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58813" y="1773239"/>
            <a:ext cx="10856000" cy="44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29845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28575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−"/>
              <a:defRPr sz="9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8" name="Google Shape;8;p1"/>
          <p:cNvGrpSpPr/>
          <p:nvPr/>
        </p:nvGrpSpPr>
        <p:grpSpPr>
          <a:xfrm>
            <a:off x="1" y="-114764"/>
            <a:ext cx="12188148" cy="64315"/>
            <a:chOff x="0" y="1773238"/>
            <a:chExt cx="12188148" cy="735300"/>
          </a:xfrm>
        </p:grpSpPr>
        <p:cxnSp>
          <p:nvCxnSpPr>
            <p:cNvPr id="9" name="Google Shape;9;p1"/>
            <p:cNvCxnSpPr/>
            <p:nvPr/>
          </p:nvCxnSpPr>
          <p:spPr>
            <a:xfrm>
              <a:off x="0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" name="Google Shape;10;p1"/>
            <p:cNvCxnSpPr/>
            <p:nvPr/>
          </p:nvCxnSpPr>
          <p:spPr>
            <a:xfrm>
              <a:off x="677119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" name="Google Shape;11;p1"/>
            <p:cNvCxnSpPr/>
            <p:nvPr/>
          </p:nvCxnSpPr>
          <p:spPr>
            <a:xfrm>
              <a:off x="1354238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" name="Google Shape;12;p1"/>
            <p:cNvCxnSpPr/>
            <p:nvPr/>
          </p:nvCxnSpPr>
          <p:spPr>
            <a:xfrm>
              <a:off x="2031357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" name="Google Shape;13;p1"/>
            <p:cNvCxnSpPr/>
            <p:nvPr/>
          </p:nvCxnSpPr>
          <p:spPr>
            <a:xfrm>
              <a:off x="2708476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3385595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4062714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4739833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5416952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6094071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6771190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7448309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8125428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8802547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9479666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10156785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10833904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11511023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12188148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8" name="Google Shape;28;p1"/>
          <p:cNvGrpSpPr/>
          <p:nvPr/>
        </p:nvGrpSpPr>
        <p:grpSpPr>
          <a:xfrm>
            <a:off x="-2" y="6987076"/>
            <a:ext cx="12188148" cy="64315"/>
            <a:chOff x="0" y="1773238"/>
            <a:chExt cx="12188148" cy="735300"/>
          </a:xfrm>
        </p:grpSpPr>
        <p:cxnSp>
          <p:nvCxnSpPr>
            <p:cNvPr id="29" name="Google Shape;29;p1"/>
            <p:cNvCxnSpPr/>
            <p:nvPr/>
          </p:nvCxnSpPr>
          <p:spPr>
            <a:xfrm>
              <a:off x="0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677119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354238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2031357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3" name="Google Shape;33;p1"/>
            <p:cNvCxnSpPr/>
            <p:nvPr/>
          </p:nvCxnSpPr>
          <p:spPr>
            <a:xfrm>
              <a:off x="2708476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3385595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4062714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4739833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5416952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6094071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6771190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7448309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8125428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8802547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9479666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10156785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10833904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11511023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12188148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371922737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11">
          <p15:clr>
            <a:srgbClr val="FDE53C"/>
          </p15:clr>
        </p15:guide>
        <p15:guide id="2" pos="5449">
          <p15:clr>
            <a:srgbClr val="FDE53C"/>
          </p15:clr>
        </p15:guide>
        <p15:guide id="3" orient="horz" pos="2929">
          <p15:clr>
            <a:srgbClr val="FDE53C"/>
          </p15:clr>
        </p15:guide>
        <p15:guide id="4" pos="2880">
          <p15:clr>
            <a:srgbClr val="FDE53C"/>
          </p15:clr>
        </p15:guide>
        <p15:guide id="5" orient="horz" pos="327">
          <p15:clr>
            <a:srgbClr val="FDE53C"/>
          </p15:clr>
        </p15:guide>
        <p15:guide id="6" orient="horz" pos="838">
          <p15:clr>
            <a:srgbClr val="FDE53C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841248" y="3657600"/>
            <a:ext cx="10040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ru-RU" sz="3200" dirty="0" smtClean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Юрий Уфимцев</a:t>
            </a:r>
            <a:r>
              <a:rPr lang="en-US" sz="3200" dirty="0" smtClean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n-US" sz="3200" dirty="0" smtClean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2400" dirty="0"/>
          </a:p>
        </p:txBody>
      </p:sp>
      <p:sp>
        <p:nvSpPr>
          <p:cNvPr id="11" name="Text 2"/>
          <p:cNvSpPr txBox="1"/>
          <p:nvPr/>
        </p:nvSpPr>
        <p:spPr>
          <a:xfrm>
            <a:off x="704624" y="3655054"/>
            <a:ext cx="10040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3200" dirty="0" smtClean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n-US" sz="3200" dirty="0" smtClean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ru-RU" dirty="0" err="1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бэкенд</a:t>
            </a:r>
            <a:r>
              <a:rPr lang="ru-RU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-разработчик в            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002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5000"/>
              </a:lnSpc>
              <a:buNone/>
            </a:pPr>
            <a:r>
              <a:rPr lang="ru-RU" sz="3600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(современное веб-)</a:t>
            </a:r>
            <a:endParaRPr lang="en-US" sz="3600" dirty="0" smtClean="0">
              <a:solidFill>
                <a:srgbClr val="14234C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ts val="5000"/>
              </a:lnSpc>
              <a:buNone/>
            </a:pPr>
            <a:r>
              <a:rPr lang="ru-RU" sz="36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800" b="1" dirty="0" err="1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Программирование</a:t>
            </a:r>
            <a:r>
              <a:rPr lang="ru-RU" sz="48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800" b="1" dirty="0" err="1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</a:t>
            </a:r>
            <a:r>
              <a:rPr lang="en-US" sz="48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C#</a:t>
            </a:r>
            <a:endParaRPr lang="en-US" sz="4800" b="1" dirty="0">
              <a:solidFill>
                <a:srgbClr val="14234C"/>
              </a:solidFill>
            </a:endParaRPr>
          </a:p>
        </p:txBody>
      </p:sp>
      <p:pic>
        <p:nvPicPr>
          <p:cNvPr id="2050" name="Picture 2" descr="Тинькофф логотип 20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413" y="4243261"/>
            <a:ext cx="273907" cy="273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185;p22"/>
          <p:cNvSpPr txBox="1"/>
          <p:nvPr/>
        </p:nvSpPr>
        <p:spPr>
          <a:xfrm>
            <a:off x="4980791" y="4444761"/>
            <a:ext cx="2758514" cy="12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   </a:t>
            </a:r>
            <a:r>
              <a:rPr lang="en-US" sz="1400" dirty="0" err="1" smtClean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yu_ufimtsev</a:t>
            </a:r>
            <a:endParaRPr sz="14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smtClean="0">
                <a:solidFill>
                  <a:schemeClr val="dk1"/>
                </a:solidFill>
                <a:uFill>
                  <a:noFill/>
                </a:uFill>
                <a:latin typeface="Play"/>
                <a:ea typeface="Play"/>
                <a:cs typeface="Play"/>
                <a:sym typeface="Play"/>
              </a:rPr>
              <a:t>     </a:t>
            </a:r>
            <a:r>
              <a:rPr lang="en-US" sz="1400" dirty="0" err="1" smtClean="0">
                <a:solidFill>
                  <a:schemeClr val="dk1"/>
                </a:solidFill>
                <a:uFill>
                  <a:noFill/>
                </a:uFill>
                <a:latin typeface="Play"/>
                <a:ea typeface="Play"/>
                <a:cs typeface="Play"/>
                <a:sym typeface="Play"/>
              </a:rPr>
              <a:t>YuriUfimtsev</a:t>
            </a:r>
            <a:endParaRPr sz="14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9" name="Google Shape;186;p22" title="Telegram-Logo-PNG-Imag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3731" y="4618718"/>
            <a:ext cx="401296" cy="209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87;p22" title="github_logo_icon_22927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63812" y="4942213"/>
            <a:ext cx="201133" cy="193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"/>
          <p:cNvSpPr txBox="1">
            <a:spLocks noGrp="1"/>
          </p:cNvSpPr>
          <p:nvPr>
            <p:ph type="body" idx="1"/>
          </p:nvPr>
        </p:nvSpPr>
        <p:spPr>
          <a:xfrm>
            <a:off x="640080" y="1520825"/>
            <a:ext cx="10862000" cy="481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495296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-RU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Комфортный ООП-язык</a:t>
            </a:r>
          </a:p>
          <a:p>
            <a:pPr marL="1104881" lvl="1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-RU" sz="23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Как </a:t>
            </a:r>
            <a:r>
              <a:rPr lang="en-US" sz="23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Java, </a:t>
            </a:r>
            <a:r>
              <a:rPr lang="ru-RU" sz="23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но удобнее</a:t>
            </a:r>
          </a:p>
          <a:p>
            <a:pPr marL="1104881" lvl="1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-RU" sz="23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Как </a:t>
            </a:r>
            <a:r>
              <a:rPr lang="en-US" sz="2300" dirty="0" err="1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Kotlin</a:t>
            </a:r>
            <a:r>
              <a:rPr lang="ru-RU" sz="23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но на </a:t>
            </a:r>
            <a:r>
              <a:rPr lang="en-US" sz="23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.NET</a:t>
            </a:r>
            <a:endParaRPr lang="en-US" sz="2300" dirty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95296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-RU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До сих пор востребован</a:t>
            </a:r>
          </a:p>
          <a:p>
            <a:pPr marL="1104881" lvl="1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-RU" sz="23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Контур</a:t>
            </a:r>
          </a:p>
          <a:p>
            <a:pPr marL="1104881" lvl="1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-RU" sz="23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Озон</a:t>
            </a:r>
          </a:p>
          <a:p>
            <a:pPr marL="1104881" lvl="1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-RU" sz="23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Т-Банк</a:t>
            </a:r>
            <a:endParaRPr lang="en-US" sz="2300" dirty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95296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Актуален на матмехе</a:t>
            </a:r>
            <a:endParaRPr lang="en-US" sz="2400" dirty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04881" lvl="1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en-US" sz="2300" dirty="0" err="1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HwProj</a:t>
            </a:r>
            <a:r>
              <a:rPr lang="en-US" sz="23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3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пишется на </a:t>
            </a:r>
            <a:r>
              <a:rPr lang="en-US" sz="23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C#</a:t>
            </a:r>
          </a:p>
          <a:p>
            <a:pPr marL="1104881" lvl="1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-RU" sz="23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Создано много полезных материалов</a:t>
            </a:r>
            <a:endParaRPr sz="2300" dirty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0"/>
          <p:cNvSpPr txBox="1"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Почему С</a:t>
            </a:r>
            <a:r>
              <a:rPr lang="en-US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#</a:t>
            </a: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?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6538" y="1984069"/>
            <a:ext cx="2917553" cy="1135932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8357001" y="0"/>
            <a:ext cx="6512169" cy="6858000"/>
          </a:xfrm>
          <a:prstGeom prst="rect">
            <a:avLst/>
          </a:prstGeom>
          <a:solidFill>
            <a:srgbClr val="14234C"/>
          </a:solidFill>
          <a:ln>
            <a:solidFill>
              <a:srgbClr val="1423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14234C"/>
              </a:solidFill>
            </a:endParaRPr>
          </a:p>
        </p:txBody>
      </p:sp>
      <p:sp>
        <p:nvSpPr>
          <p:cNvPr id="8" name="AutoShape 2" descr="data:image/png;base64,iVBORw0KGgoAAAANSUhEUgAAAWQAAACyCAYAAAB1C7WmAAAQAElEQVR4AeydC5BV9X3Hz7n7hH2xu0QeKwvLUmWhCvLQCdbuGNo87CiaymMysWK0mWig0WLD1DEtJqalwWG0VdtUJzG2TqOWJmOUJB2iGcYHCSyiNjFDdQkjEsAEl0Ue7uPefI/u/3r2cvd6H+feex6fzPnm/z/n/P+//+//+S3fvfkvbGIW/4EABCAAAV8QwJB9UQaSgAAEIGBZGDJfBRCAQDgJBHBXGHIAi0bKEIBAOAlgyOGsK7uCAAQCSABDDmDRSBkCpSfAiqUggCGXgjJrQAACEMiCAIacBSSGQAACECgFAQy5FJRZAwKjCXAHgbQEMOS0WHgIAQhAoPQEMOTSM2dFCEAAAmkJYMhpsfAwSATIFQJhIYAhh6WS7AMCEAg8AQw58CVkAxCAQFgIYMhhqaRX+yAOBCBQNgIYctnQszAEIACB0QQw5NE8uIMABCBQNgIYclHRExwCEIBA9gQw5OxZMRICEIBAUQlgyEXFS3AIQAAC2RMIkiFnvytGQgACEAggAQw5gEUjZQhAIJwEMORw1pVdQQACQSIwkiuGPAKCBgIQgEC5CWDI5a4A60MAAhAYIYAhj4CggQAEwkIguPvAkINbOzKHAARCRgBDDllB2Q4EIBBcAhhycGtH5hAoBQHWKCEBDLmEsFkKAhCAQCYCGHImOryDAAQgUEICGHIJYbMUBCAAgUwEMORMdHgHAQhAoIQEMOQSwmYpCEAAApkIYMiZ6PDO3wTIDgIhI4Ahh6ygbAcCEAguAQw5uLUjcwhAIGQEMOSQFTT/7TATAhAoNwEMudwVYH0IQAACIwQw5BEQNBCAAATKTQBDLk4FiAoBCEAgZwIYcs7ImAABCECgOAQw5OJwJSoEIACBnAkEwpBz3hUTIAABCASQAIYcwKKRMgQgEE4CGHI468quIACBQBAYnSSGPJoHdxCAAATKRgBDLht6FvaSQGdnZ2IszZw5c08+ayne7dKYcTs6Oq7OJy5zIDAWAQx5LDI8hwAEgkYg8PliyIEvIRuAAATCQgBDDkslI7SP9vb25hkzZsx2a2ptvWU0uWb8KBqJRKLGPVZHGO2jBozc6Hhilnuc5k00MZ02NW48Hu+aPn36p4waGhpaR0LRQCAvAhhyXtiYVE4ClZWVKysqKl516575Sy2jr829ZFR6tm3Pdo/Vy29JZ1wy4J+6x2nel0xMp02Nq7FfVS5bjVpbW685I2iAH5B66QlgyKVnzooQgAAE0hLAkNNi4SEEIACB0hPAkEvPnBVzJKAz33O6urpu7BpRVVVVp44XXnHpV2+cPp4wOjJwKq53p4203HH1XzeKxWL2woULb0yVnv/WjBlpj5iYTpsaV2OcNSy1RlVaK/3FUwhkQQBDzgISQ8pLoLq6+vMDAwP3G8k4b9V57XlGLS0ts5dcuMA2uuCCP4zpXa1LDep3GjU3N39MMe5PlZ7PM2NG2rNMTKdNjVtTU1Orc2bLaPz48dPLS4rVg04AQw56BckfAhAIDQEMOTSljNJG2CsEwkkAQw5nXSO3q2cP/Noy2nnoDc/2b2I6bWrciooKS+fZbjUvWrTo6rlz57Z4lgCBIkUAQ45UucO72X/Y8bRldE/Pc55t1MR02tS4OjO2GhoakpI5X6Tz5Md15j3TswQIFCkCGHKkyp12szyEAAR8QgBD9kkhSAMCEIAAhszXgC8JdHR0rDGKx+MTampqLCMdDfgyZ5KCQKEEMORCCabM59YbArFY7F+MZMhz6+rqLCPHmDOtovHWqVOnCpbzDz4yrcM7CHhNAEP2mijxfEHAC0P2xUZIIlIEMORIlZvNQgACfibgb0P2MzlygwAEIOAxAQzZY6CEKw0B53zXraqqhOWWF1m44zl993qm78U6xICAIYAhGxK0gSLQ19dnvf322+/J6T/z2DTLaMu/T/VkLz/57gcxn/jW1PfWMms67cDAgCfrECSSBNJuGkNOi4WHEIAABEpPAEMuPXNWhAAEIJCWAIacFgsPy02gu7vbMpo/f/6kcueTy/qXXXbZ9Zs2bXrQrY0bNzblEoOxuREIy2gMOSyVDNk+5syZYxm1tbUFyswaGhq6bdu+3q1YLDYuZCViO0UggCEXASohIQABCORDAEPOhxpzIBBmAuytbAQw5LKhZ+FMBLZu3WoZ9fT0vJk61vnl8G69/OpJy+iXe0+lDs/r3sRz2l8opns9p69jiLRxe3t7N+u44nK3Tp482Zd2MA8h4CKAIbtg0PUPgf3791tGhw4dOpGaWWNjo9XU1PSenP5Ntx21jG77p36rpaVllM5v77Duv2JVUjdf8iej3qeOd+7XfuXtZMxbv9b33lpmTacd67fO7dy5c8+6deuedGvDhg2nU/fAPQRSCWDIqUS4DyWB8VVV1uLJ05Ka1dRaon2yDASyJ4AhZ8+KkRCAAASKSgBDLipegkMAAhDIngCGnD0rRpaQwPLlyy2j7u7u6SNLZ904P3BrbW21jPqsuHXTtu8n9eAve5LvnDH19fVZx/6wgVddddWdd911154UTfywebyHAIbM14AvCUycONEyklnW5JqkbdtWdXV1UsMx23q973dJHT51IvnOGef8rYlc1xhrvOK16908t+LxeKXuuSCQkUAs41teQgACEIBAyQhgyCVD7b+FyAgCEPAXAQzZX/UgmxECL7zwwmKjnp6evxt5nHUzPDxsHT58OCnn9xe7Jzu/y9j9vr+/3/26oP6OHTtu1vrT3JoxY8ZbBQVlciQIYMiRKHPwNrlly5ZdRrMO/nraJ958zRpLs44fTbtBndtabrkHOf+PH+53zr37fSH9/fv3H12/fv0Bt1asWDFcSEzmRoMAhuxVnYlTNAKxRKKyOh63xlJFIlG0tQkMgVISwJBLSZu1IAABCGQggCFngMMrfxBIWHYirk/BY0mv/JEoWUCgQAI+NeQCd8X0wBKYOXPmk52dnQm3tsdqbv2P+o9YY6liaGD/5W/stbLRZw6+Zt3Z/2ZeuuFQb3KNS3+z7wzGtm3fsHPnTvvFF1/cdcZLHkAgCwIYchaQGAIBCECgFAQw5FJQZg0IQAACIwQyNRhyJjq8KzqBc88991LpeiMteEr6RS6KDw0fGbSsk1kpHj89GI8njAbicWssmTHJ1rIGzBp2InEgkUisdWtwcPD/lTcXBPImgCHnjY6JHhH416GhoQeHRtTQ0HB1S0vL3Fy0d/K0xT+ads74bPT42efU3jFhmu3or+16+5b4OMto/uOLrY8/89Gk7mx9f5wz1tF3Js+sNmv8ZErHiV27dt3r1ksvvXTG/7OJR4wIExECGHJECs02IRBKAiHbFIYcsoJ6uZ2Ojo7PdnZ2fjeT2tvb53i5JrEgEGUCGHKUq/8he4/FYvM1ZGUmacxZep/11dXVdaPOi79npPnvVFVVvVk1It07f2VsuwIWXTE7dsS27RNGh94aOnbg4OAJI9u2xsxBZ8evKEcuCHhKIOZpNIJB4EMIDA8P/4XOi680qqysXKhz4zYj3S9SiD8uhRoam86a0NxaZ3TTbb9tWvXFw3VGQ0PWmHnYtn2ecgzZxXbKTQBDLncFArS+PhVaqYrH4x9pa2s726XWAG2JVCHgKwIYsq/K4f9k9MnQcktHDY/V1ta+4dJ9/t8FGULAnwQwZH/WhayCT4AdQCBnAhhyzsiYAAEIQKA4BDDk4nANRVSdDz+hM+NbjHT/j6HYGJuAgE8JYMg+LYwf0tq3b9/23t7eu42U08NSWS4WhUAUCGDIUahymfc4e/bsh4xisVi8oqLisJFSe1mfvJ8NmpS38/s21HBBwDsCGLJ3LIk0BoHBwcFrjSorK5c0NTVNMqqtrT1fJv1HQZO2OlfigoCnBDBkT3EGJBhpQgACviSAIfuyLCQFAQhEkQCGHMWqs2cIQMCXBDDkgstCAAhAAALeEMCQveFIFAhAAAIFE8CQC0ZIAAhAAALeEPCbIXuzK6JAAAIQCCABDDmARSNlCEAgnAQw5HDWlV1BAAJ+I5BFPhhyFpAYAgEIQKAUBDDkUlBmDQhAAAJZEMCQs4DEEAhAwG8EwpkPhhzOurIrCEAggAQw5AAWjZQhAIFwEsCQw1lXdgWBXAgw1icEMGSfFII08idw+vRp69ixY0m9++67eQdzx3H6eQdiIgTyIIAh5wGNKf4iEI/HreHh4aSc+3wzdOa6Y+Ubh3kQyIcAhpwPNeZAIAMBXkEgXwIYcr7kmAcBCEDAYwIYssdAox5O/5O/dsaMGZPd8prJ4OCgdeLEiaSGhoa8XiIZz73OyZMnk88TicRZixcvvtutBQsWzEoOoAOBPAhgyHlAY8rYBGKx2LKKiorfuDX26CzepBninPE6P7gzkjmmGeXNI7OG0zo/PDRRbdtuVv9LbmnvZ+ueCwJ5E8CQ80bHRAhAAALeEsCQveUZ6mh1dXV5fb3U19dbRlVVVaFltGbNmpV9fX3Ljx07dqFa5xN0aPfKxopDIK8/YMVJhajFJ5D9Cjo7nSJT+Xh/f/86GcxDUs9TTz3Vs3btWsutqVOnWs6RgVupq1RXV1tGlZWVqa/PuG9tbbWWLVs2plauXGmtXr06qXnz5p0Rw6sHq13rOH2T15VXXnlGflOmTPmCbduPae2fqT0qfgfE74dqvyF+17zzzjvzxKlG77kgkJYAhpwWS/QeyjhaZRzLpW/KPHr1g7KDMpUfy0DuEo1rpQXNzc211113neWWTMjSuFHS2IIux7QnTZpkZdLkyZMto8bGxoLWyzTZrGHaTDnpB5qjQolLm/h9Uu3f6MXDw8PDe8RZeI9tE+f10kK958+g4HC9T4Avhvc5RPK/ZQbVMojVcoifqf+WjOMx6fOC0SFxFYeA8wl5qThvlHaJ/xEZ8wNqzy3OckQNEgEMOf9qBXamzDcmE157/Pjx19X/tjZyoWRLXKUn0CpjvkF1eFWmvEWaXfoUWNEvBDBkv1SihHnoD/1Xtdw/ywTOVlvQ9cADD1i7d+/OqG3btlm56JFHHrFWrFiRtTZv3jxq/eeeey6n9dy59fT0jIqVSx5LliwphKWtenxaxx7PO+f3hQRibnAJYMjBrV3emcdisUV5T2ZiUQno03KzzppnFnURgvuWgG8M2beEQpiYPon9lba1V+LyF4FhpfP1hoaG59VyRZAAhhzBojc2Nu6V5sqYV2n7eySu8hI4reXvq66u/oOmpqbb9Sk5oXuuCBLAkCNYdGfL+kM/NGHChEdlzAvUv1jP7pCcT2bOpzR1uYpM4JDi/6d0rY6Q2mXEa8aNG7dP91yhI5D9hjDk7FmFcqTMOCFTfl6GsEG6WP0WPVumT8/f0IZ/qP4BtVyFEXB+Y/5uhfiOdLMM+Dxxnire10gP64jiLT3ngoCFIfNFMIqADLhfZvGEPj2vl1lcpv40DWiViXSrXSv9m8b8SO2r0ge//kw3Eb+cY4aDYrBDelS6U9/UVohVlxjWi+VCabV0jwz4//Tc8bb0uQAAA3JJREFUGa9hXBD4gACG/AELemMQkIkclYlsV3uvdKMM5lNq56itl7FMrKysXKj205p+s0xok+T83eYf6N4xp9fU9klBvQaVuPOvFl/WHp9W3zHb+9Ru0P11+kb1Me13lliME5M26aPSKukr+qb2uJ7/SuOGNJ7LGwKhjoIhh7q8xd2cjMY57vhdXV3dbhnP92RC98iEvix9Tv0rJMecnB9UNet9dUVFxRTpfM27RJl9UmZ2tVrnn2V/Uc++rL7z96M3q/9N9R+RnH85+D9qn5C2avz/6t3TMsDtunfOu3+u1jkK2KPnu9R3vgE8q/5PNWabWueT/JPqf1/9/9b7R9X/tuLcq/uN6t+uZ7eo/5dqP6P2Cr1bqv5FetepnJukGu2jTe08aan6jtmuUXuH7h/SN6pntN/XNdc5ltBULgjkTwBDzp8dM3MgIMMarK+vPyS9IiN7Vob2Y5nZFrUPS/fr2Sa1fy+tU/8Laj8rrVT/z9Uuk/5M4z+h+6UywG7dXyxdJDlHARfo+WL1nW8Al6h/qcb8qVrnk/zl6l+l/nK9X6X+5xRnre7/Vv2v69nd6j+o9r/U/kDvnlb/53rXq5z7JY4WcqgzQwsjgCEXxo/ZEAg0AZL3FwEM2V/1IBsIQCDCBDDkCBefrUMAAv4igCH7qx5kE2QC5A6BAglgyAUCZDoEIAABrwhgyF6RJA4EIACBAglgyAUCZHqxCBAXAtEjgCFHr+bsGAIQ8CkBDNmnhSEtCEAgegQw5GjUnF1CAAIBIIAhB6BIpAgBCESDAIYcjTqzSwhAIAAEMOQ8isQUCEAAAsUggCEXgyoxIQABCORBAEPOAxpTIAABCBSDQPkNuRi7IiYEIACBABLAkANYNFKGAATCSQBDDmdd2RUEIFB+AjlngCHnjIwJEIAABIpDAEMuDleiQgACEMiZAIacMzImQAAC5SAQhTUx5ChUmT1CAAKBIIAhB6JMJAkBCESBAIYchSqzRwikEuDelwQwZF+WhaQgAIEoEsCQo1h19gwBCPiSAIbsy7KQVLAIkC0EvCGAIXvDkSgQgAAECiaAIReMkAAQgAAEvCGAIXvDkSjeESASBCJLAEOObOnZOAQg4DcCGLLfKkI+EIBAZAlgyCEvPduDAASCQwBDDk6tyBQCEAg5AQw55AVmexCAQHAI/B4AAP//GWsPrQAAAAZJREFUAwAk2vXODDsZrgAAAABJRU5ErkJggg=="/>
          <p:cNvSpPr>
            <a:spLocks noChangeAspect="1" noChangeArrowheads="1"/>
          </p:cNvSpPr>
          <p:nvPr/>
        </p:nvSpPr>
        <p:spPr bwMode="auto">
          <a:xfrm>
            <a:off x="11325003" y="1687450"/>
            <a:ext cx="2183179" cy="812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8958" y="1724524"/>
            <a:ext cx="3310044" cy="165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044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10862000" cy="3954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Знакомство с </a:t>
            </a:r>
            <a:r>
              <a:rPr lang="en-US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.NET</a:t>
            </a:r>
            <a:r>
              <a:rPr lang="ru-RU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синтаксис, типы данных и ООП </a:t>
            </a:r>
          </a:p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Исключения, модульное тестирование и рефлексия</a:t>
            </a:r>
          </a:p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Коллекции и </a:t>
            </a:r>
            <a:r>
              <a:rPr lang="ru-RU" sz="2400" dirty="0" err="1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дженерики</a:t>
            </a:r>
            <a:endParaRPr lang="ru-RU" sz="2400" dirty="0" smtClean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Событийно-ориентированное программирование и </a:t>
            </a:r>
            <a:r>
              <a:rPr lang="en-US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LINQ</a:t>
            </a:r>
            <a:endParaRPr lang="ru-RU" sz="2400" dirty="0" smtClean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Многопоточное программирование и примитивы синхронизации</a:t>
            </a:r>
            <a:endParaRPr lang="en-US" sz="2400" dirty="0" smtClean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Высокоуровневая </a:t>
            </a:r>
            <a:r>
              <a:rPr lang="ru-RU" sz="2400" dirty="0" err="1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многопоточность</a:t>
            </a:r>
            <a:r>
              <a:rPr lang="ru-RU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и асинхронность в </a:t>
            </a:r>
            <a:r>
              <a:rPr lang="en-US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C#</a:t>
            </a:r>
            <a:endParaRPr lang="ru-RU" sz="2400" dirty="0" smtClean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Сборка мусора в </a:t>
            </a:r>
            <a:r>
              <a:rPr lang="en-US" sz="2400" dirty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.NET</a:t>
            </a:r>
            <a:endParaRPr lang="ru-RU" sz="2400" dirty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ru-RU" sz="2400" dirty="0" smtClean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План курса. Основы </a:t>
            </a:r>
            <a:r>
              <a:rPr lang="en-US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C#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47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20;p25"/>
          <p:cNvSpPr txBox="1">
            <a:spLocks/>
          </p:cNvSpPr>
          <p:nvPr/>
        </p:nvSpPr>
        <p:spPr>
          <a:xfrm>
            <a:off x="640080" y="1424483"/>
            <a:ext cx="10862000" cy="47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296"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Работа с БД</a:t>
            </a:r>
          </a:p>
          <a:p>
            <a:pPr marL="895346" lvl="1"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000" dirty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</a:t>
            </a:r>
            <a:r>
              <a:rPr lang="ru-RU" sz="20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ул подключений, </a:t>
            </a:r>
            <a:r>
              <a:rPr lang="en-US" sz="20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ADO.NET, Entity Framework, Dapper</a:t>
            </a:r>
            <a:r>
              <a:rPr lang="ru-RU" sz="20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и миграции</a:t>
            </a:r>
            <a:br>
              <a:rPr lang="ru-RU" sz="20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ru-RU" sz="2000" dirty="0" smtClean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95296"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Веб-программирование на </a:t>
            </a:r>
            <a:r>
              <a:rPr lang="en-US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ASP.NET</a:t>
            </a:r>
            <a:endParaRPr lang="ru-RU" sz="2400" dirty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95346" lvl="1"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0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Погружение в </a:t>
            </a:r>
            <a:r>
              <a:rPr lang="en-US" sz="20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ASP.NET, DI,</a:t>
            </a:r>
            <a:r>
              <a:rPr lang="ru-RU" sz="20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фоновые задачи,</a:t>
            </a:r>
            <a:r>
              <a:rPr lang="en-US" sz="20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dirty="0" err="1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мидлвары</a:t>
            </a:r>
            <a:r>
              <a:rPr lang="ru-RU" sz="20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и </a:t>
            </a:r>
            <a:r>
              <a:rPr lang="ru-RU" sz="2000" dirty="0" err="1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логирование</a:t>
            </a:r>
            <a:r>
              <a:rPr lang="ru-RU" sz="2000" dirty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ru-RU" sz="2000" dirty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ru-RU" sz="2000" dirty="0" smtClean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95296"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Веб-программирование на </a:t>
            </a:r>
            <a:r>
              <a:rPr lang="en-US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ASP.NET</a:t>
            </a:r>
            <a:endParaRPr lang="ru-RU" sz="2400" dirty="0" smtClean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95346" lvl="1"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000" dirty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</a:t>
            </a:r>
            <a:r>
              <a:rPr lang="ru-RU" sz="20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ехнологии построения </a:t>
            </a:r>
            <a:r>
              <a:rPr lang="en-US" sz="20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API, </a:t>
            </a:r>
            <a:r>
              <a:rPr lang="en-US" sz="2000" dirty="0" err="1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OpenAPI</a:t>
            </a:r>
            <a:r>
              <a:rPr lang="ru-RU" sz="20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-спецификация, аутентификация и авторизация, тестирование веб-приложения</a:t>
            </a:r>
          </a:p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Взаимодействие между (микро)сервисами. </a:t>
            </a:r>
            <a:r>
              <a:rPr lang="en-US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Apache Kafka</a:t>
            </a:r>
            <a:endParaRPr lang="ru-RU" sz="2400" dirty="0" smtClean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Инфраструктура промышленной разработки. Чистый код</a:t>
            </a:r>
          </a:p>
        </p:txBody>
      </p:sp>
      <p:sp>
        <p:nvSpPr>
          <p:cNvPr id="7" name="Text 0"/>
          <p:cNvSpPr txBox="1"/>
          <p:nvPr/>
        </p:nvSpPr>
        <p:spPr>
          <a:xfrm>
            <a:off x="640079" y="457200"/>
            <a:ext cx="1192485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6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План курса. П</a:t>
            </a:r>
            <a:r>
              <a:rPr lang="ru-RU" sz="36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ромышленное программирование</a:t>
            </a:r>
            <a:endParaRPr lang="en-US" sz="36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4727985"/>
            <a:ext cx="3310044" cy="165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998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20;p25"/>
          <p:cNvSpPr txBox="1">
            <a:spLocks/>
          </p:cNvSpPr>
          <p:nvPr/>
        </p:nvSpPr>
        <p:spPr>
          <a:xfrm>
            <a:off x="640080" y="1424483"/>
            <a:ext cx="10862000" cy="47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Практика</a:t>
            </a:r>
          </a:p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Будет несколько домашних работ</a:t>
            </a:r>
            <a:r>
              <a:rPr lang="en-US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ru-RU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мини-проектов</a:t>
            </a:r>
          </a:p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Две пары под контрольные, формат – устная сдача сделанного дома</a:t>
            </a:r>
          </a:p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Одна пара под доклады в конце курса</a:t>
            </a:r>
          </a:p>
        </p:txBody>
      </p:sp>
      <p:sp>
        <p:nvSpPr>
          <p:cNvPr id="7" name="Text 0"/>
          <p:cNvSpPr txBox="1"/>
          <p:nvPr/>
        </p:nvSpPr>
        <p:spPr>
          <a:xfrm>
            <a:off x="640079" y="457200"/>
            <a:ext cx="1192485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6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План курса. </a:t>
            </a:r>
            <a:r>
              <a:rPr lang="ru-RU" sz="36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Организация</a:t>
            </a:r>
            <a:endParaRPr lang="en-US" sz="36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4727985"/>
            <a:ext cx="3310044" cy="1655022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2713" y="546637"/>
            <a:ext cx="1801059" cy="87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831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148</Words>
  <Application>Microsoft Office PowerPoint</Application>
  <PresentationFormat>Широкоэкранный</PresentationFormat>
  <Paragraphs>40</Paragraphs>
  <Slides>5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5</vt:i4>
      </vt:variant>
    </vt:vector>
  </HeadingPairs>
  <TitlesOfParts>
    <vt:vector size="11" baseType="lpstr">
      <vt:lpstr>Arial</vt:lpstr>
      <vt:lpstr>Calibri</vt:lpstr>
      <vt:lpstr>Cambria</vt:lpstr>
      <vt:lpstr>Play</vt:lpstr>
      <vt:lpstr>Office Theme</vt:lpstr>
      <vt:lpstr>VK New Color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Home</cp:lastModifiedBy>
  <cp:revision>20</cp:revision>
  <dcterms:created xsi:type="dcterms:W3CDTF">2026-08-31T16:37:12Z</dcterms:created>
  <dcterms:modified xsi:type="dcterms:W3CDTF">2026-08-31T21:42:28Z</dcterms:modified>
</cp:coreProperties>
</file>